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457200"/>
            <a:ext cx="10668000" cy="914400"/>
          </a:xfrm>
        </p:spPr>
        <p:txBody>
          <a:bodyPr/>
          <a:lstStyle/>
          <a:p>
            <a:r>
              <a:rPr lang="zh-TW" sz="4200" b="1"/>
              <a:t>6月主管會報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828800"/>
            <a:ext cx="10363200" cy="3657600"/>
          </a:xfrm>
        </p:spPr>
        <p:txBody>
          <a:bodyPr/>
          <a:lstStyle/>
          <a:p>
            <a:pPr marL="342900" indent="-171450"/>
            <a:r>
              <a:rPr lang="zh-TW" sz="2400"/>
              <a:t>請用 Codex 把 Word 摘要轉成 6 頁簡報大綱</a:t>
            </a:r>
          </a:p>
          <a:p>
            <a:pPr marL="342900" indent="-171450"/>
            <a:r>
              <a:rPr lang="zh-TW" sz="2400"/>
              <a:t>每頁最多 3 個重點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457200"/>
            <a:ext cx="10668000" cy="914400"/>
          </a:xfrm>
        </p:spPr>
        <p:txBody>
          <a:bodyPr/>
          <a:lstStyle/>
          <a:p>
            <a:r>
              <a:rPr lang="zh-TW" sz="4200" b="1"/>
              <a:t>本月總覽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828800"/>
            <a:ext cx="10363200" cy="3657600"/>
          </a:xfrm>
        </p:spPr>
        <p:txBody>
          <a:bodyPr/>
          <a:lstStyle/>
          <a:p>
            <a:pPr marL="342900" indent="-171450"/>
            <a:r>
              <a:rPr lang="zh-TW" sz="2400"/>
              <a:t>總營收</a:t>
            </a:r>
          </a:p>
          <a:p>
            <a:pPr marL="342900" indent="-171450"/>
            <a:r>
              <a:rPr lang="zh-TW" sz="2400"/>
              <a:t>總銷售數量</a:t>
            </a:r>
          </a:p>
          <a:p>
            <a:pPr marL="342900" indent="-171450"/>
            <a:r>
              <a:rPr lang="zh-TW" sz="2400"/>
              <a:t>整體狀況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457200"/>
            <a:ext cx="10668000" cy="914400"/>
          </a:xfrm>
        </p:spPr>
        <p:txBody>
          <a:bodyPr/>
          <a:lstStyle/>
          <a:p>
            <a:r>
              <a:rPr lang="zh-TW" sz="4200" b="1"/>
              <a:t>成長亮點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828800"/>
            <a:ext cx="10363200" cy="3657600"/>
          </a:xfrm>
        </p:spPr>
        <p:txBody>
          <a:bodyPr/>
          <a:lstStyle/>
          <a:p>
            <a:pPr marL="342900" indent="-171450"/>
            <a:r>
              <a:rPr lang="zh-TW" sz="2400"/>
              <a:t>前 5 名商品</a:t>
            </a:r>
          </a:p>
          <a:p>
            <a:pPr marL="342900" indent="-171450"/>
            <a:r>
              <a:rPr lang="zh-TW" sz="2400"/>
              <a:t>表現最好的通路</a:t>
            </a:r>
          </a:p>
          <a:p>
            <a:pPr marL="342900" indent="-171450"/>
            <a:r>
              <a:rPr lang="zh-TW" sz="2400"/>
              <a:t>可以延續的做法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457200"/>
            <a:ext cx="10668000" cy="914400"/>
          </a:xfrm>
        </p:spPr>
        <p:txBody>
          <a:bodyPr/>
          <a:lstStyle/>
          <a:p>
            <a:r>
              <a:rPr lang="zh-TW" sz="4200" b="1"/>
              <a:t>異常與風險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828800"/>
            <a:ext cx="10363200" cy="3657600"/>
          </a:xfrm>
        </p:spPr>
        <p:txBody>
          <a:bodyPr/>
          <a:lstStyle/>
          <a:p>
            <a:pPr marL="342900" indent="-171450"/>
            <a:r>
              <a:rPr lang="zh-TW" sz="2400"/>
              <a:t>成本空白</a:t>
            </a:r>
          </a:p>
          <a:p>
            <a:pPr marL="342900" indent="-171450"/>
            <a:r>
              <a:rPr lang="zh-TW" sz="2400"/>
              <a:t>毛利率偏低</a:t>
            </a:r>
          </a:p>
          <a:p>
            <a:pPr marL="342900" indent="-171450"/>
            <a:r>
              <a:rPr lang="zh-TW" sz="2400"/>
              <a:t>需要人工確認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457200"/>
            <a:ext cx="10668000" cy="914400"/>
          </a:xfrm>
        </p:spPr>
        <p:txBody>
          <a:bodyPr/>
          <a:lstStyle/>
          <a:p>
            <a:r>
              <a:rPr lang="zh-TW" sz="4200" b="1"/>
              <a:t>下月行動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828800"/>
            <a:ext cx="10363200" cy="3657600"/>
          </a:xfrm>
        </p:spPr>
        <p:txBody>
          <a:bodyPr/>
          <a:lstStyle/>
          <a:p>
            <a:pPr marL="342900" indent="-171450"/>
            <a:r>
              <a:rPr lang="zh-TW" sz="2400"/>
              <a:t>補資料</a:t>
            </a:r>
          </a:p>
          <a:p>
            <a:pPr marL="342900" indent="-171450"/>
            <a:r>
              <a:rPr lang="zh-TW" sz="2400"/>
              <a:t>調整商品</a:t>
            </a:r>
          </a:p>
          <a:p>
            <a:pPr marL="342900" indent="-171450"/>
            <a:r>
              <a:rPr lang="zh-TW" sz="2400"/>
              <a:t>追蹤成效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457200"/>
            <a:ext cx="10668000" cy="914400"/>
          </a:xfrm>
        </p:spPr>
        <p:txBody>
          <a:bodyPr/>
          <a:lstStyle/>
          <a:p>
            <a:r>
              <a:rPr lang="zh-TW" sz="4200" b="1"/>
              <a:t>需要主管決定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828800"/>
            <a:ext cx="10363200" cy="3657600"/>
          </a:xfrm>
        </p:spPr>
        <p:txBody>
          <a:bodyPr/>
          <a:lstStyle/>
          <a:p>
            <a:pPr marL="342900" indent="-171450"/>
            <a:r>
              <a:rPr lang="zh-TW" sz="2400"/>
              <a:t>要不要加碼推廣</a:t>
            </a:r>
          </a:p>
          <a:p>
            <a:pPr marL="342900" indent="-171450"/>
            <a:r>
              <a:rPr lang="zh-TW" sz="2400"/>
              <a:t>要不要調整價格</a:t>
            </a:r>
          </a:p>
          <a:p>
            <a:pPr marL="342900" indent="-171450"/>
            <a:r>
              <a:rPr lang="zh-TW" sz="2400"/>
              <a:t>要不要補人力</a:t>
            </a:r>
          </a:p>
        </p:txBody>
      </p:sp>
    </p:spTree>
  </p:cSld>
  <p:clrMapOvr>
    <a:masterClrMapping/>
  </p:clrMapOvr>
</p:sld>
</file>